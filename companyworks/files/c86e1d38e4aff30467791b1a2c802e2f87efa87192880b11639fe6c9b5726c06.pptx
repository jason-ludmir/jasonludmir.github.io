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modalities live one to two weeks behind baseline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3NA = third-next-available appointment. Baseline 3NA before consolidation was not measured consistently, so we are not claiming an improvement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closed; remaining items owned by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Outpatient Imaging Scheduling Consolidation — Closeout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Project closeout. Ambulatory leadership and sponsors, April 18, 2025. Outpatient imaging scheduling for the Outpatient Pavilion West and Imaging &amp; Therapy Stafford moved from site front desks to central scheduling.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Patient Access &amp; Central Scheduling | 2025-04-18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One phone number and one team for outpatient imaging</a:t>
            </a:r>
          </a:p>
          <a:p>
            <a:pPr>
              <a:spcAft>
                <a:spcPts val="1200"/>
              </a:spcAft>
              <a:defRPr sz="2100"/>
            </a:pPr>
            <a:r>
              <a:t> Consistent prep calls and reminders</a:t>
            </a:r>
          </a:p>
          <a:p>
            <a:pPr>
              <a:spcAft>
                <a:spcPts val="1200"/>
              </a:spcAft>
              <a:defRPr sz="2100"/>
            </a:pPr>
            <a:r>
              <a:t> Weekly access measures for every imaging schedule</a:t>
            </a:r>
          </a:p>
          <a:p>
            <a:pPr>
              <a:spcAft>
                <a:spcPts val="1200"/>
              </a:spcAft>
              <a:defRPr sz="2100"/>
            </a:pPr>
            <a:r>
              <a:t> Front desks focused on check-in and registration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Patient Access &amp; Central Scheduling | 2025-04-18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moved and 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Oct 2024: charter approved</a:t>
            </a:r>
          </a:p>
          <a:p>
            <a:pPr>
              <a:spcAft>
                <a:spcPts val="1200"/>
              </a:spcAft>
              <a:defRPr sz="2100"/>
            </a:pPr>
            <a:r>
              <a:t> Dec 9, 2024: Pavilion MRI and CT (one week late for scheduler training)</a:t>
            </a:r>
          </a:p>
          <a:p>
            <a:pPr>
              <a:spcAft>
                <a:spcPts val="1200"/>
              </a:spcAft>
              <a:defRPr sz="2100"/>
            </a:pPr>
            <a:r>
              <a:t> Feb 17, 2025: Stafford imaging (two weeks late; phone tree change waited on telecom vendor)</a:t>
            </a:r>
          </a:p>
          <a:p>
            <a:pPr>
              <a:spcAft>
                <a:spcPts val="1200"/>
              </a:spcAft>
              <a:defRPr sz="2100"/>
            </a:pPr>
            <a:r>
              <a:t> Mar 10, 2025: ultrasound and mammography at both sites</a:t>
            </a:r>
          </a:p>
          <a:p>
            <a:pPr>
              <a:spcAft>
                <a:spcPts val="1200"/>
              </a:spcAft>
              <a:defRPr sz="2100"/>
            </a:pPr>
            <a:r>
              <a:t> Schedulers now sit at the System Service Center in Stafford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Patient Access &amp; Central Scheduling | 2025-04-18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All imaging orders for both sites now enter one work queue</a:t>
            </a:r>
          </a:p>
          <a:p>
            <a:pPr>
              <a:spcAft>
                <a:spcPts val="1200"/>
              </a:spcAft>
              <a:defRPr sz="2100"/>
            </a:pPr>
            <a:r>
              <a:t> Reminders at 72 and 24 hours are automated for every modality</a:t>
            </a:r>
          </a:p>
          <a:p>
            <a:pPr>
              <a:spcAft>
                <a:spcPts val="1200"/>
              </a:spcAft>
              <a:defRPr sz="2100"/>
            </a:pPr>
            <a:r>
              <a:t> Schedulers call every patient whose exam needs preparation</a:t>
            </a:r>
          </a:p>
          <a:p>
            <a:pPr>
              <a:spcAft>
                <a:spcPts val="1200"/>
              </a:spcAft>
              <a:defRPr sz="2100"/>
            </a:pPr>
            <a:r>
              <a:t> Slots offered, booked and completed plus 3NA reported weekly from April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Patient Access &amp; Central Scheduling | 2025-04-18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Train schedulers on modality prep rules before go-live, not during</a:t>
            </a:r>
          </a:p>
          <a:p>
            <a:pPr>
              <a:spcAft>
                <a:spcPts val="1200"/>
              </a:spcAft>
              <a:defRPr sz="2100"/>
            </a:pPr>
            <a:r>
              <a:t> Telecom changes need a four-week lead time</a:t>
            </a:r>
          </a:p>
          <a:p>
            <a:pPr>
              <a:spcAft>
                <a:spcPts val="1200"/>
              </a:spcAft>
              <a:defRPr sz="2100"/>
            </a:pPr>
            <a:r>
              <a:t> Site staff need a clear escalation path for walk-in patients</a:t>
            </a:r>
          </a:p>
          <a:p>
            <a:pPr>
              <a:spcAft>
                <a:spcPts val="1200"/>
              </a:spcAft>
              <a:defRPr sz="2100"/>
            </a:pPr>
            <a:r>
              <a:t> Referring offices want one fax number and one portal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Patient Access &amp; Central Scheduling | 2025-04-18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Open items and handoffs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Outpatient therapy scheduling to follow in FY2026 (Ambulatory Services)</a:t>
            </a:r>
          </a:p>
          <a:p>
            <a:pPr>
              <a:spcAft>
                <a:spcPts val="1200"/>
              </a:spcAft>
              <a:defRPr sz="2100"/>
            </a:pPr>
            <a:r>
              <a:t> Standard work document to be revised to v2.1 by June (Patient Access)</a:t>
            </a:r>
          </a:p>
          <a:p>
            <a:pPr>
              <a:spcAft>
                <a:spcPts val="1200"/>
              </a:spcAft>
              <a:defRPr sz="2100"/>
            </a:pPr>
            <a:r>
              <a:t> Pavilion and Stafford front desk staffing review (site managers)</a:t>
            </a:r>
          </a:p>
          <a:p>
            <a:pPr>
              <a:spcAft>
                <a:spcPts val="1200"/>
              </a:spcAft>
              <a:defRPr sz="2100"/>
            </a:pPr>
            <a:r>
              <a:t> Weekly access dashboard handed to Decision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Patient Access &amp; Central Scheduling | 2025-04-18 |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