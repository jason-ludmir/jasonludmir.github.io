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labor_hours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  <c:pt idx="6">
                  <c:v>2026-07</c:v>
                </c:pt>
                <c:pt idx="7">
                  <c:v>2026-08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5100.6</c:v>
                </c:pt>
                <c:pt idx="1">
                  <c:v>4362.0</c:v>
                </c:pt>
                <c:pt idx="2">
                  <c:v>5057.6</c:v>
                </c:pt>
                <c:pt idx="3">
                  <c:v>4977.4</c:v>
                </c:pt>
                <c:pt idx="4">
                  <c:v>6924.0</c:v>
                </c:pt>
                <c:pt idx="5">
                  <c:v>5299.4</c:v>
                </c:pt>
                <c:pt idx="6">
                  <c:v>5354.6</c:v>
                </c:pt>
                <c:pt idx="7">
                  <c:v>4109.3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Harbor and Prairie backlog is tracked in the district reports, not in this extract.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Distribution Operations Monthly Review: August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Distribution Operations monthly review, August 2026. Safety, reliability, work backlog, crew hours, contractors and materials. Work-order figures are from the Bayou and Crossroads extract; Harbor and Prairie summaries are in the speaker notes.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Distribution Operations | 2026-09-11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January-August: 27 employee recordables (9 DART), TRIR 1.53; contractors 34 recordables. Heat: mandatory rest breaks at a heat index of 103 degrees and cooling trailers at district yards since August.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Distribution Operations | 2026-09-11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SAIDI 84.0 minutes and SAIFI 0.830 January-August, excluding major events; in line with 2025.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Distribution Operations | 2026-09-11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Work backlog (Bayou and Crossroads)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9,600 orders created January-August: 8,911 completed, 352 scheduled, 216 cancelled. Open: 87 awaiting material (71 transformer replacements, 9 poles, 7 small new services) and 34 awaiting an outage.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Distribution Operations | 2026-09-11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Time to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Median days created to completed: P1 0, P2 0, P3 7, P4 34.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Distribution Operations | 2026-09-11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Labor hours on work orders by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Hours recorded on Bayou and Crossroads work orders, by month the order was created.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Distribution Operations | 2026-09-11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Labor hours on work orders by month · 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Distribution Operations | 2026-09-11 | 7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5544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Crew hours and overtime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35 weeks to August 31, all districts: 1,008,195 regular and 112,359 overtime hours (10.0%); 61,717 storm hours, 42,588 in the two weeks from May 18. Overtime share: Harbor 9.8%, Crossroads 10.2%, Bayou 9.9%, Prairie 10.2%.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Distribution Operations | 2026-09-11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Three pad-mount transformer sizes fell below reorder minimums in August; only storm reserve stock remains. Supply Chain memo circulated September 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Distribution Operations | 2026-09-11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Contractors and vegetation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420 releases authorizing $492.7 million issued this year, including 26 storm releases ($30.5 million) for May. Arrowboard Safety Services suspended June 15; work moved to Conecraft. Vegetation: 1,740.9 of 2,650 cycle miles and 188.6 of 330 acceleration miles done or in progress.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Distribution Operations | 2026-09-11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About this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Monthly review of safety, reliability, work backlog, crew hours and overtime, contractor spend and materials constraints.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Sedgewater Energy Holdings | Distribution Operations | 2026-09-11 |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