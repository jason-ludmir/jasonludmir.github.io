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extended_amount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2026-06</c:v>
                </c:pt>
                <c:pt idx="1">
                  <c:v>2026-07</c:v>
                </c:pt>
                <c:pt idx="2">
                  <c:v>2026-08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4283004.99</c:v>
                </c:pt>
                <c:pt idx="1">
                  <c:v>4472643.83</c:v>
                </c:pt>
                <c:pt idx="2">
                  <c:v>4112248.86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from the PO line extract of September 9 and the contract register of September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is measured on dollars, not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Candidates for local agreements to be reviewed at the October sourcing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list in the contract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Supply Chain Review — Q1 FY2027 Interim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Non-pharmacy purchasing, June 1 to August 31, 2026, and contract renewals through March 2027. Interim review for the CFO and sourcing managers, September 12, 2026. Prepared by Supply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Summer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9,000 PO lines, $12.87 million</a:t>
            </a:r>
          </a:p>
          <a:p>
            <a:pPr>
              <a:spcAft>
                <a:spcPts val="1200"/>
              </a:spcAft>
              <a:defRPr sz="2100"/>
            </a:pPr>
            <a:r>
              <a:t> 91.4% of spend on contract; FY2027 target is 90% or more</a:t>
            </a:r>
          </a:p>
          <a:p>
            <a:pPr>
              <a:spcAft>
                <a:spcPts val="1200"/>
              </a:spcAft>
              <a:defRPr sz="2100"/>
            </a:pPr>
            <a:r>
              <a:t> 755 lines ($2.12 million) still open at August 31</a:t>
            </a:r>
          </a:p>
          <a:p>
            <a:pPr>
              <a:spcAft>
                <a:spcPts val="1200"/>
              </a:spcAft>
              <a:defRPr sz="2100"/>
            </a:pPr>
            <a:r>
              <a:t> 120 active agreements worth an estimated $54.4 million a year</a:t>
            </a:r>
          </a:p>
          <a:p>
            <a:pPr>
              <a:spcAft>
                <a:spcPts val="1200"/>
              </a:spcAft>
              <a:defRPr sz="2100"/>
            </a:pPr>
            <a:r>
              <a:t> 15 agreements expire on or before March 1,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PO spend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Extended amount of non-pharmacy PO lines by order month: June $4.28 million, July $4.47 million, August $4.11 million.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PO spend by month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Contract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On-contract share held between 90.9% and 92.1% each month, above the 90% target.</a:t>
            </a:r>
          </a:p>
          <a:p>
            <a:pPr>
              <a:spcAft>
                <a:spcPts val="1200"/>
              </a:spcAft>
              <a:defRPr sz="2100"/>
            </a:pPr>
            <a:r>
              <a:t> GPO agreements: $7.48 million</a:t>
            </a:r>
          </a:p>
          <a:p>
            <a:pPr>
              <a:spcAft>
                <a:spcPts val="1200"/>
              </a:spcAft>
              <a:defRPr sz="2100"/>
            </a:pPr>
            <a:r>
              <a:t> Local agreements: $1.86 million</a:t>
            </a:r>
          </a:p>
          <a:p>
            <a:pPr>
              <a:spcAft>
                <a:spcPts val="1200"/>
              </a:spcAft>
              <a:defRPr sz="2100"/>
            </a:pPr>
            <a:r>
              <a:t> Service agreements: $2.42 million</a:t>
            </a:r>
          </a:p>
          <a:p>
            <a:pPr>
              <a:spcAft>
                <a:spcPts val="1200"/>
              </a:spcAft>
              <a:defRPr sz="2100"/>
            </a:pPr>
            <a:r>
              <a:t> Off-contract: $1.11 million on 799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off-contract spend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Purchased services ($248,000), medical-surgical supplies ($177,000) and orthopedic and spine implants ($158,000) carry the most off-contract dollars. IT hardware has the highest off-contract share at 13.4% of its spend.</a:t>
            </a:r>
          </a:p>
          <a:p>
            <a:pPr>
              <a:spcAft>
                <a:spcPts val="1200"/>
              </a:spcAft>
              <a:defRPr sz="2100"/>
            </a:pPr>
            <a:r>
              <a:t> Implant off-contract lines appear to be mostly surgeon-preference items outside the GPO portfolio; sourcing is confirming</a:t>
            </a:r>
          </a:p>
          <a:p>
            <a:pPr>
              <a:spcAft>
                <a:spcPts val="1200"/>
              </a:spcAft>
              <a:defRPr sz="2100"/>
            </a:pPr>
            <a:r>
              <a:t> IT peripherals are often bought by departments from catalog suppliers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Open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$2.12 million remains open. Minor equipment under $25,000 accounts for $949,000 of it, reflecting long supplier lead times; purchased services account for $573,000 because service releases close only when invoices are approved.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Renewals through March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15 agreements expire by March 1, 2027. The largest by estimated annual value:</a:t>
            </a:r>
          </a:p>
          <a:p>
            <a:pPr>
              <a:spcAft>
                <a:spcPts val="1200"/>
              </a:spcAft>
              <a:defRPr sz="2100"/>
            </a:pPr>
            <a:r>
              <a:t> Mercer Point Lab Products, laboratory: $755,000, expires November 13</a:t>
            </a:r>
          </a:p>
          <a:p>
            <a:pPr>
              <a:spcAft>
                <a:spcPts val="1200"/>
              </a:spcAft>
              <a:defRPr sz="2100"/>
            </a:pPr>
            <a:r>
              <a:t> Solano Diagnostics Supply: $580,000, expires February 16</a:t>
            </a:r>
          </a:p>
          <a:p>
            <a:pPr>
              <a:spcAft>
                <a:spcPts val="1200"/>
              </a:spcAft>
              <a:defRPr sz="2100"/>
            </a:pPr>
            <a:r>
              <a:t> Stanton Clinical Equipment: $436,000, expires November 17</a:t>
            </a:r>
          </a:p>
          <a:p>
            <a:pPr>
              <a:spcAft>
                <a:spcPts val="1200"/>
              </a:spcAft>
              <a:defRPr sz="2100"/>
            </a:pPr>
            <a:r>
              <a:t> Two agreements expire in September; short extensions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Value Analysis Committee continues to meet monthly. Any conversion proposed as part of a renewal with more than $25,000 annual impact will go to the committee with a clinical sponsor and cost analysis before award.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Start sourcing events for the November expirations this month</a:t>
            </a:r>
          </a:p>
          <a:p>
            <a:pPr>
              <a:spcAft>
                <a:spcPts val="1200"/>
              </a:spcAft>
              <a:defRPr sz="2100"/>
            </a:pPr>
            <a:r>
              <a:t> Review implant and IT off-contract items for local agreements</a:t>
            </a:r>
          </a:p>
          <a:p>
            <a:pPr>
              <a:spcAft>
                <a:spcPts val="1200"/>
              </a:spcAft>
              <a:defRPr sz="2100"/>
            </a:pPr>
            <a:r>
              <a:t> Clear service lines open more than 60 days with department approvers</a:t>
            </a:r>
          </a:p>
          <a:p>
            <a:pPr>
              <a:spcAft>
                <a:spcPts val="1200"/>
              </a:spcAft>
              <a:defRPr sz="2100"/>
            </a:pPr>
            <a:r>
              <a:t> Full Q1 review in October with September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Supply Chain | 2026-09-12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