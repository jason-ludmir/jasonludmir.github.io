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brief; the handout has facility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clear about referral services to avoid network adequacy misunderstandings.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 totals only. Do not break out by payer.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Programs are open to all patients, not plan-specific.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Contracting terms are handled separately by Finance; do not discuss rates in this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An Introduction to Tallowbrook Health for Health Plan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 nonprofit community health system serving west Houston and Fort Bend County. Prepared for an introductory meeting with health plan network and contracting teams, September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Strategy &amp; Communications | 2026-09-01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Tallowbrook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Texas nonprofit, community-governed health system</a:t>
            </a:r>
          </a:p>
          <a:p>
            <a:pPr>
              <a:spcAft>
                <a:spcPts val="1200"/>
              </a:spcAft>
              <a:defRPr sz="2100"/>
            </a:pPr>
            <a:r>
              <a:t> Two community hospitals and four outpatient facilities</a:t>
            </a:r>
          </a:p>
          <a:p>
            <a:pPr>
              <a:spcAft>
                <a:spcPts val="1200"/>
              </a:spcAft>
              <a:defRPr sz="2100"/>
            </a:pPr>
            <a:r>
              <a:t> Harris and Fort Bend counties</a:t>
            </a:r>
          </a:p>
          <a:p>
            <a:pPr>
              <a:spcAft>
                <a:spcPts val="1200"/>
              </a:spcAft>
              <a:defRPr sz="2100"/>
            </a:pPr>
            <a:r>
              <a:t> Seven service lines that work across sites</a:t>
            </a:r>
          </a:p>
          <a:p>
            <a:pPr>
              <a:spcAft>
                <a:spcPts val="1200"/>
              </a:spcAft>
              <a:defRPr sz="2100"/>
            </a:pPr>
            <a:r>
              <a:t> About 790 physicians and advanced practice providers with privileges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Strategy &amp; Communications | 2026-09-01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Where members can reach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Medical Center West: 214 licensed beds, 24-hour ED, obstetrics and NICU, cardiac cath</a:t>
            </a:r>
          </a:p>
          <a:p>
            <a:pPr>
              <a:spcAft>
                <a:spcPts val="1200"/>
              </a:spcAft>
              <a:defRPr sz="2100"/>
            </a:pPr>
            <a:r>
              <a:t> Hospital Fort Bend, Richmond: 112 licensed beds, 24-hour ED</a:t>
            </a:r>
          </a:p>
          <a:p>
            <a:pPr>
              <a:spcAft>
                <a:spcPts val="1200"/>
              </a:spcAft>
              <a:defRPr sz="2100"/>
            </a:pPr>
            <a:r>
              <a:t> Outpatient Pavilion West: imaging, infusion, therapy, lab</a:t>
            </a:r>
          </a:p>
          <a:p>
            <a:pPr>
              <a:spcAft>
                <a:spcPts val="1200"/>
              </a:spcAft>
              <a:defRPr sz="2100"/>
            </a:pPr>
            <a:r>
              <a:t> Surgery Center Grand Parkway: same-day surgery</a:t>
            </a:r>
          </a:p>
          <a:p>
            <a:pPr>
              <a:spcAft>
                <a:spcPts val="1200"/>
              </a:spcAft>
              <a:defRPr sz="2100"/>
            </a:pPr>
            <a:r>
              <a:t> Imaging &amp; Therapy Stafford: imaging and physical therapy</a:t>
            </a:r>
          </a:p>
          <a:p>
            <a:pPr>
              <a:spcAft>
                <a:spcPts val="1200"/>
              </a:spcAft>
              <a:defRPr sz="2100"/>
            </a:pPr>
            <a:r>
              <a:t> Urgent &amp; Family Care Mission Bend: open 8 a.m. to 10 p.m. daily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Strategy &amp; Communications | 2026-09-01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Service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Emergency &amp; Hospital Medicine; Surgical Services &amp; Orthopedics; Heart &amp; Vascular; Women's &amp; Infant Services; Imaging &amp; Diagnostics; Rehabilitation &amp; Therapy; Primary &amp; Urgent Care.</a:t>
            </a:r>
          </a:p>
          <a:p>
            <a:pPr>
              <a:spcAft>
                <a:spcPts val="1200"/>
              </a:spcAft>
              <a:defRPr sz="2100"/>
            </a:pPr>
            <a:r>
              <a:t> Major trauma and inpatient behavioral health are referred to regional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Strategy &amp; Communications | 2026-09-01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FY2026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Fiscal year July 2025 to June 2026, all facilities:</a:t>
            </a:r>
          </a:p>
          <a:p>
            <a:pPr>
              <a:spcAft>
                <a:spcPts val="1200"/>
              </a:spcAft>
              <a:defRPr sz="2100"/>
            </a:pPr>
            <a:r>
              <a:t> 16,651 inpatient admissions</a:t>
            </a:r>
          </a:p>
          <a:p>
            <a:pPr>
              <a:spcAft>
                <a:spcPts val="1200"/>
              </a:spcAft>
              <a:defRPr sz="2100"/>
            </a:pPr>
            <a:r>
              <a:t> 105,599 emergency department visits</a:t>
            </a:r>
          </a:p>
          <a:p>
            <a:pPr>
              <a:spcAft>
                <a:spcPts val="1200"/>
              </a:spcAft>
              <a:defRPr sz="2100"/>
            </a:pPr>
            <a:r>
              <a:t> 19,211 surgical cases, including the ambulatory surgery center</a:t>
            </a:r>
          </a:p>
          <a:p>
            <a:pPr>
              <a:spcAft>
                <a:spcPts val="1200"/>
              </a:spcAft>
              <a:defRPr sz="2100"/>
            </a:pPr>
            <a:r>
              <a:t> 2,399 births</a:t>
            </a:r>
          </a:p>
          <a:p>
            <a:pPr>
              <a:spcAft>
                <a:spcPts val="1200"/>
              </a:spcAft>
              <a:defRPr sz="2100"/>
            </a:pPr>
            <a:r>
              <a:t> 264,414 imaging exams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Strategy &amp; Communications | 2026-09-01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Access and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One central scheduling team for outpatient imaging, infusion and therapy</a:t>
            </a:r>
          </a:p>
          <a:p>
            <a:pPr>
              <a:spcAft>
                <a:spcPts val="1200"/>
              </a:spcAft>
              <a:defRPr sz="2100"/>
            </a:pPr>
            <a:r>
              <a:t> Walk-in urgent care seven days a week at Mission Bend</a:t>
            </a:r>
          </a:p>
          <a:p>
            <a:pPr>
              <a:spcAft>
                <a:spcPts val="1200"/>
              </a:spcAft>
              <a:defRPr sz="2100"/>
            </a:pPr>
            <a:r>
              <a:t> Same-day surgery at the Surgery Center Grand Parkway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Strategy &amp; Communications | 2026-09-01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Community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ED navigation to primary care for patients without a regular doctor</a:t>
            </a:r>
          </a:p>
          <a:p>
            <a:pPr>
              <a:spcAft>
                <a:spcPts val="1200"/>
              </a:spcAft>
              <a:defRPr sz="2100"/>
            </a:pPr>
            <a:r>
              <a:t> Transportation vouchers</a:t>
            </a:r>
          </a:p>
          <a:p>
            <a:pPr>
              <a:spcAft>
                <a:spcPts val="1200"/>
              </a:spcAft>
              <a:defRPr sz="2100"/>
            </a:pPr>
            <a:r>
              <a:t> Diabetes education classes at Mission Bend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Strategy &amp; Communications | 2026-09-01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Working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Next steps we suggest: share your network priorities for west Houston and Fort Bend County, identify care-management contacts on both sides, and agree on a schedule for data exchange discussions.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Strategy &amp; Communications | 2026-09-01 |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