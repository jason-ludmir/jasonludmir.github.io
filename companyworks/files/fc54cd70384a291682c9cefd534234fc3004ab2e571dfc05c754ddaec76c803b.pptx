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Corporate Partnering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Loblolly Ridge Therapeutics: corporate overview for partnering meetings, September 2026. Our product candidates are investigational and none is approved for any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2026-09-09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Why we are meeting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We are looking for partners who can take one of our investigational programs further, in a region or globally, and for research collaborators in cardiometabolic biology. This overview introduces the company and the assets available for discussion.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2026-09-09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Loblolly Ridge in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A privately held, clinical-stage company founded in 2012 and headquartered in The Woodlands, Texas, with 128 employees. We develop oral small-molecule medicines for serious chronic cardiometabolic, renal and neuropathic-pain conditions.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2026-09-09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LRT-1107: Phase 3, treatment-resistant hypertension.</a:t>
            </a:r>
          </a:p>
          <a:p>
            <a:pPr>
              <a:spcAft>
                <a:spcPts val="1200"/>
              </a:spcAft>
              <a:defRPr sz="2100"/>
            </a:pPr>
            <a:r>
              <a:t> LRT-2240: Phase 2a completed, chemotherapy-induced peripheral neuropathy.</a:t>
            </a:r>
          </a:p>
          <a:p>
            <a:pPr>
              <a:spcAft>
                <a:spcPts val="1200"/>
              </a:spcAft>
              <a:defRPr sz="2100"/>
            </a:pPr>
            <a:r>
              <a:t> LRT-3318: licensed to Castellane Pharma, MASH.</a:t>
            </a:r>
          </a:p>
          <a:p>
            <a:pPr>
              <a:spcAft>
                <a:spcPts val="1200"/>
              </a:spcAft>
              <a:defRPr sz="2100"/>
            </a:pPr>
            <a:r>
              <a:t> LRT-4051: IND-enabling, diabetic kidney disease.</a:t>
            </a:r>
          </a:p>
          <a:p>
            <a:pPr>
              <a:spcAft>
                <a:spcPts val="1200"/>
              </a:spcAft>
              <a:defRPr sz="2100"/>
            </a:pPr>
            <a:r>
              <a:t> Discovery: cardiometabolic, renal and neuropathic pain.</a:t>
            </a:r>
          </a:p>
          <a:p>
            <a:pPr>
              <a:spcAft>
                <a:spcPts val="1200"/>
              </a:spcAft>
              <a:defRPr sz="2100"/>
            </a:pPr>
            <a:r>
              <a:t> All are investigational.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2026-09-09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How we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In-house discovery biology, DMPK, clinical development, regulatory and quality teams, working with a qualified network of clinical, nonclinical and manufacturing partners.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2026-09-09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Available for partnership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LRT-2240: global or regional license, or co-development. We hold exclusive worldwide rights under a 2019 license from Tamsin Biosciences and would keep an option to co-promote in the United States.</a:t>
            </a:r>
          </a:p>
          <a:p>
            <a:pPr>
              <a:spcAft>
                <a:spcPts val="1200"/>
              </a:spcAft>
              <a:defRPr sz="2100"/>
            </a:pPr>
            <a:r>
              <a:t> LRT-1107: ex-U.S. rights.</a:t>
            </a:r>
          </a:p>
          <a:p>
            <a:pPr>
              <a:spcAft>
                <a:spcPts val="1200"/>
              </a:spcAft>
              <a:defRPr sz="2100"/>
            </a:pPr>
            <a:r>
              <a:t> Research collaborations around our cardiometabolic discovery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2026-09-09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Next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If an asset fits your portfolio, we will agree a confidentiality agreement and arrange a scientific discussion and data room access. Please speak to our Business Development team at this meeting.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Loblolly Ridge Therapeutics | Business Development | 2026-09-09 |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