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allocated_minutes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2025-07</c:v>
                </c:pt>
                <c:pt idx="1">
                  <c:v>2025-08</c:v>
                </c:pt>
                <c:pt idx="2">
                  <c:v>2025-09</c:v>
                </c:pt>
                <c:pt idx="3">
                  <c:v>2025-10</c:v>
                </c:pt>
                <c:pt idx="4">
                  <c:v>2025-11</c:v>
                </c:pt>
                <c:pt idx="5">
                  <c:v>2025-12</c:v>
                </c:pt>
                <c:pt idx="6">
                  <c:v>2026-01</c:v>
                </c:pt>
                <c:pt idx="7">
                  <c:v>2026-02</c:v>
                </c:pt>
                <c:pt idx="8">
                  <c:v>2026-03</c:v>
                </c:pt>
                <c:pt idx="9">
                  <c:v>2026-04</c:v>
                </c:pt>
                <c:pt idx="10">
                  <c:v>2026-05</c:v>
                </c:pt>
                <c:pt idx="11">
                  <c:v>2026-06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72716</c:v>
                </c:pt>
                <c:pt idx="1">
                  <c:v>74887</c:v>
                </c:pt>
                <c:pt idx="2">
                  <c:v>74495</c:v>
                </c:pt>
                <c:pt idx="3">
                  <c:v>75302</c:v>
                </c:pt>
                <c:pt idx="4">
                  <c:v>71021</c:v>
                </c:pt>
                <c:pt idx="5">
                  <c:v>68940</c:v>
                </c:pt>
                <c:pt idx="6">
                  <c:v>75041</c:v>
                </c:pt>
                <c:pt idx="7">
                  <c:v>75215</c:v>
                </c:pt>
                <c:pt idx="8">
                  <c:v>74760</c:v>
                </c:pt>
                <c:pt idx="9">
                  <c:v>74959</c:v>
                </c:pt>
                <c:pt idx="10">
                  <c:v>74849</c:v>
                </c:pt>
                <c:pt idx="11">
                  <c:v>74834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percentages computed from the block minutes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Fort Bend Orthopedics has asked for more time twice this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 chiefs have been notified of their numbers before this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Perioperative Committee — FY2026 Block Utilization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Quarterly block review, FY2026 Q4 and full year. Perioperative committee, July 22, 2026. Medical Center West and Hospital Fort Bend; the Surgery Center Grand Parkway is reported separately.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Perioperative Services | 2026-07-22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Scope and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Utilization is in-block minutes used divided by allocated minutes minus minutes released on time (policy PS-210). Review threshold: below 70% for two consecutive quarters.</a:t>
            </a:r>
          </a:p>
          <a:p>
            <a:pPr>
              <a:spcAft>
                <a:spcPts val="1200"/>
              </a:spcAft>
              <a:defRPr sz="2100"/>
            </a:pPr>
            <a:r>
              <a:t> Period: July 2025 to June 2026</a:t>
            </a:r>
          </a:p>
          <a:p>
            <a:pPr>
              <a:spcAft>
                <a:spcPts val="1200"/>
              </a:spcAft>
              <a:defRPr sz="2100"/>
            </a:pPr>
            <a:r>
              <a:t> 11 service blocks: 7 at West, 4 at Fort Bend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Perioperative Services | 2026-07-22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FY2026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Medical Center West: 78.8% utilization; 9.7% of allocated time released on schedule</a:t>
            </a:r>
          </a:p>
          <a:p>
            <a:pPr>
              <a:spcAft>
                <a:spcPts val="1200"/>
              </a:spcAft>
              <a:defRPr sz="2100"/>
            </a:pPr>
            <a:r>
              <a:t> Hospital Fort Bend: 78.2% utilization; 10.2% released</a:t>
            </a:r>
          </a:p>
          <a:p>
            <a:pPr>
              <a:spcAft>
                <a:spcPts val="1200"/>
              </a:spcAft>
              <a:defRPr sz="2100"/>
            </a:pPr>
            <a:r>
              <a:t> Released time was rebooked through open time in most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Perioperative Services | 2026-07-22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Allocated block minutes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Total allocated minutes, both hospitals. November and December are lower because of holiday closures.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Perioperative Services | 2026-07-22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Allocated block minutes by month ·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Perioperative Services | 2026-07-22 | 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Services above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Fort Bend Orthopedics 90.2%, above 88% every quarter</a:t>
            </a:r>
          </a:p>
          <a:p>
            <a:pPr>
              <a:spcAft>
                <a:spcPts val="1200"/>
              </a:spcAft>
              <a:defRPr sz="2100"/>
            </a:pPr>
            <a:r>
              <a:t> West Orthopedics 85.5%</a:t>
            </a:r>
          </a:p>
          <a:p>
            <a:pPr>
              <a:spcAft>
                <a:spcPts val="1200"/>
              </a:spcAft>
              <a:defRPr sz="2100"/>
            </a:pPr>
            <a:r>
              <a:t> West General Surgery 81.2%</a:t>
            </a:r>
          </a:p>
          <a:p>
            <a:pPr>
              <a:spcAft>
                <a:spcPts val="1200"/>
              </a:spcAft>
              <a:defRPr sz="2100"/>
            </a:pPr>
            <a:r>
              <a:t> West Spine 77.3%, West Urology 76.5%, West Vascular 73.4%, Fort Bend Urology 72.1%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Perioperative Services | 2026-07-22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Services below the 70%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West ENT: 63.9% for the year; 65.2%, 64.7%, 62.6%, 63.2% by quarter</a:t>
            </a:r>
          </a:p>
          <a:p>
            <a:pPr>
              <a:spcAft>
                <a:spcPts val="1200"/>
              </a:spcAft>
              <a:defRPr sz="2100"/>
            </a:pPr>
            <a:r>
              <a:t> Fort Bend General Surgery: 66.7%; 66.7%, 65.9%, 66.2%, 68.0%</a:t>
            </a:r>
          </a:p>
          <a:p>
            <a:pPr>
              <a:spcAft>
                <a:spcPts val="1200"/>
              </a:spcAft>
              <a:defRPr sz="2100"/>
            </a:pPr>
            <a:r>
              <a:t> Fort Bend Gynecology: 69.5%; 71.4%, then 69.0%, 68.5%, 69.3%</a:t>
            </a:r>
          </a:p>
          <a:p>
            <a:pPr>
              <a:spcAft>
                <a:spcPts val="1200"/>
              </a:spcAft>
              <a:defRPr sz="2100"/>
            </a:pPr>
            <a:r>
              <a:t> West Gynecology was 71.8%, just above the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Perioperative Services | 2026-07-22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Discussion for the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Move Fort Bend General Surgery time to Fort Bend Orthopedics?</a:t>
            </a:r>
          </a:p>
          <a:p>
            <a:pPr>
              <a:spcAft>
                <a:spcPts val="1200"/>
              </a:spcAft>
              <a:defRPr sz="2100"/>
            </a:pPr>
            <a:r>
              <a:t> Convert part of the West ENT allocation to open time?</a:t>
            </a:r>
          </a:p>
          <a:p>
            <a:pPr>
              <a:spcAft>
                <a:spcPts val="1200"/>
              </a:spcAft>
              <a:defRPr sz="2100"/>
            </a:pPr>
            <a:r>
              <a:t> Fort Bend Gynecology: act now or wait one more quarter, given a surgeon on leave in Q3?</a:t>
            </a:r>
          </a:p>
          <a:p>
            <a:pPr>
              <a:spcAft>
                <a:spcPts val="1200"/>
              </a:spcAft>
              <a:defRPr sz="2100"/>
            </a:pPr>
            <a:r>
              <a:t> Proposals to be brought back in September with surgeon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Tallowbrook Health | Perioperative Services | 2026-07-22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