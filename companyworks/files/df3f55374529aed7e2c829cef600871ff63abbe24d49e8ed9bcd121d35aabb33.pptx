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slide about the condition. No product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LRT-2240 Non-Confidential Partnering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LRT-2240: an investigational oral small molecule for chemotherapy-induced peripheral neuropathy. Non-confidential overview for prospective partners, May 2026. LRT-2240 is not approved for any use.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Loblolly Ridge Therapeutics | Business Development | 2026-05-12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The problem a partner would take 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Chemotherapy-induced peripheral neuropathy is a common and often dose-limiting side effect of several widely used chemotherapy classes. Treatment options are limited, and oncologists sometimes reduce or stop chemotherapy because of it. We are looking for a partner to take an oral option through later-stage development.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Loblolly Ridge Therapeutics | Business Development | 2026-05-12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LRT-2240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Investigational oral small molecule.</a:t>
            </a:r>
          </a:p>
          <a:p>
            <a:pPr>
              <a:spcAft>
                <a:spcPts val="1200"/>
              </a:spcAft>
              <a:defRPr sz="2100"/>
            </a:pPr>
            <a:r>
              <a:t> In-licensed from Tamsin Biosciences in 2019; Loblolly Ridge holds exclusive worldwide development and commercialization rights.</a:t>
            </a:r>
          </a:p>
          <a:p>
            <a:pPr>
              <a:spcAft>
                <a:spcPts val="1200"/>
              </a:spcAft>
              <a:defRPr sz="2100"/>
            </a:pPr>
            <a:r>
              <a:t> Study 2240-201, a Phase 2a study, completed its last participant visit in November 2025; the clinical study report is being finalized.</a:t>
            </a:r>
          </a:p>
          <a:p>
            <a:pPr>
              <a:spcAft>
                <a:spcPts val="1200"/>
              </a:spcAft>
              <a:defRPr sz="2100"/>
            </a:pPr>
            <a:r>
              <a:t> Clinical, nonclinical and CMC information is available under a confidentiality agreement.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Loblolly Ridge Therapeutics | Business Development | 2026-05-12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Proposed development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The proposed next step is a Phase 2b study. Its design is being drafted with input from our clinical and regulatory teams and will be shared with partners under a confidentiality agreement, together with the Phase 2a data and the CMC plan.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Loblolly Ridge Therapeutics | Business Development | 2026-05-12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Partnership structures we would consider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A global license.</a:t>
            </a:r>
          </a:p>
          <a:p>
            <a:pPr>
              <a:spcAft>
                <a:spcPts val="1200"/>
              </a:spcAft>
              <a:defRPr sz="2100"/>
            </a:pPr>
            <a:r>
              <a:t> A regional license.</a:t>
            </a:r>
          </a:p>
          <a:p>
            <a:pPr>
              <a:spcAft>
                <a:spcPts val="1200"/>
              </a:spcAft>
              <a:defRPr sz="2100"/>
            </a:pPr>
            <a:r>
              <a:t> A co-development arrangement.</a:t>
            </a:r>
          </a:p>
          <a:p>
            <a:pPr>
              <a:spcAft>
                <a:spcPts val="1200"/>
              </a:spcAft>
              <a:defRPr sz="2100"/>
            </a:pPr>
            <a:r>
              <a:t> In each case Loblolly Ridge would keep an option to co-promote in the United States.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Loblolly Ridge Therapeutics | Business Development | 2026-05-12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About Loblolly 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Loblolly Ridge Therapeutics is a clinical-stage company in The Woodlands, Texas, developing oral small-molecule medicines for serious chronic cardiometabolic, renal and neuropathic-pain conditions. We combine in-house discovery biology, DMPK, clinical development, regulatory and quality teams with a qualified network of clinical, nonclinical and manufacturing partners.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Loblolly Ridge Therapeutics | Business Development | 2026-05-12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Next conversation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If LRT-2240 fits your portfolio, we will put a confidentiality agreement in place and open the data room, followed by a scientific and clinical discussion with our team. Please contact Business Development at Loblolly Ridge Therapeutics.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Loblolly Ridge Therapeutics | Business Development | 2026-05-12 |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