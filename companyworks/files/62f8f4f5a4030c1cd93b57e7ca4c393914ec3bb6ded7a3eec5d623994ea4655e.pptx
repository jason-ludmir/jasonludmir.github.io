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used_hours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2026-03</c:v>
                </c:pt>
                <c:pt idx="1">
                  <c:v>2026-04</c:v>
                </c:pt>
                <c:pt idx="2">
                  <c:v>2026-05</c:v>
                </c:pt>
                <c:pt idx="3">
                  <c:v>2026-06</c:v>
                </c:pt>
                <c:pt idx="4">
                  <c:v>2026-07</c:v>
                </c:pt>
                <c:pt idx="5">
                  <c:v>2026-08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2513.1</c:v>
                </c:pt>
                <c:pt idx="1">
                  <c:v>2055.5</c:v>
                </c:pt>
                <c:pt idx="2">
                  <c:v>1942.9</c:v>
                </c:pt>
                <c:pt idx="3">
                  <c:v>2785.4</c:v>
                </c:pt>
                <c:pt idx="4">
                  <c:v>2298.7</c:v>
                </c:pt>
                <c:pt idx="5">
                  <c:v>2358.6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meeting as input to the October 2 decision, not the decision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each director to state which criterion they weight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Research Leadership Review: Bioanalytical Capacity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Research leadership review of bioanalytical capacity options, September 23, 2026. Presented by DMPK &amp; Bioanalytical for the Chief Scientific Officer, research directors and the Finance partner, ahead of the decision on October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DMPK &amp; Bioanalytical | 2026-09-23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How should we add bioanalytical capacity for 2027: buy a second LC-MS/MS triple-quadrupole system, run a second shift, or send more discovery work out? The decision is due on October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DMPK &amp; Bioanalytical | 2026-09-23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Our two LC-MS/MS systems are close to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June to August: 91% booked and 84% used, against 74% and 67% from March to May. INS-002 lost about 58 hours to an ion-source repair in July. The chart shows used hours across all bookable instruments by month.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DMPK &amp; Bioanalytical | 2026-09-23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Our two LC-MS/MS systems are close to full ·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DMPK &amp; Bioanalytical | 2026-09-23 | 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More work is already going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In-house share of samples fell from 31% in January to May to 15% in June to August. Median shipment to data transfer: 7 days in-house, 22 days external. Alder has taken discovery overflow since June; Fenwick is being qualified as a second lab.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DMPK &amp; Bioanalytical | 2026-09-23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2027 adds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DP-07 candidate profiling, LRT-4051 metabolite work and CANOPY-OLE pharmacokinetic sampling. The OLE volume is still an unconfirmed assumption.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DMPK &amp; Bioanalytical | 2026-09-23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Option A – second triple quadrupole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About $640,000 capital. Six to eight months to routine use, so not before the second quarter of 2027. Restores in-house turnaround and protects against a single outage.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DMPK &amp; Bioanalytical | 2026-09-23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Option B – second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One additional scientist on the existing systems. Quicker and cheaper than a new system, but no help when an instrument is down, and it depends on hiring.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DMPK &amp; Bioanalytical | 2026-09-23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Option C – outsource more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About $30,000 a month at current volume. No capital and flexible, but discovery waits about three weeks for results, and the same labs will carry more clinical and IND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DMPK &amp; Bioanalytical | 2026-09-23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Choice left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design proposal does not recommend an option. The discussion today should settle which criteria matter most: turnaround for discovery, resilience, cash, and staffing. Combinations are possible, for example B or C as a bridge to 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DMPK &amp; Bioanalytical | 2026-09-23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October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Clinical team to confirm CANOPY-OLE sampling volume.</a:t>
            </a:r>
          </a:p>
          <a:p>
            <a:pPr>
              <a:spcAft>
                <a:spcPts val="1200"/>
              </a:spcAft>
              <a:defRPr sz="2100"/>
            </a:pPr>
            <a:r>
              <a:t> Finance and People to cost a second shift.</a:t>
            </a:r>
          </a:p>
          <a:p>
            <a:pPr>
              <a:spcAft>
                <a:spcPts val="1200"/>
              </a:spcAft>
              <a:defRPr sz="2100"/>
            </a:pPr>
            <a:r>
              <a:t> QA to give Fenwick qualification timing.</a:t>
            </a:r>
          </a:p>
          <a:p>
            <a:pPr>
              <a:spcAft>
                <a:spcPts val="1200"/>
              </a:spcAft>
              <a:defRPr sz="2100"/>
            </a:pPr>
            <a:r>
              <a:t> DMPK to refresh the option A quote.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DMPK &amp; Bioanalytical | 2026-09-23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