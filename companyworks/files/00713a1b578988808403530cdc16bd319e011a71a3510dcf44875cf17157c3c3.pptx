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work-order route point; avoid claims beyond the cited operating model.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maintenance measures point; avoid claims beyond the cited operating model.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inspection-to-work path point; avoid claims beyond the cited operating model.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inspection closure measure point; avoid claims beyond the cited operating model.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record linkage point; avoid claims beyond the cited operating model.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coverage and missing values point; avoid claims beyond the cited operating model.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this as a selected extract, not a company total.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Maintenance and inspection review</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A joint review of work requests, observed conditions, closeout, and the measures used to describe the outstanding queue. This draft is prepared for field leadership as part of Mesa Lantern Energy's initial information handoff. It describes the modeled operation at the stated date and should be read with the period and coverage of its supporting records.</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Asset Integrity | 2026-09-26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Purpose and immediate use</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Follow one equipment concern from an inspection observation to a work request, assignment, field readiness, and verified closeout. A late due date does not prove physical work was skipped; it does identify a record needing explanation. The inspection register and work register should agree on asset, location, and linked order before a combined summary is circulated.</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Asset Integrity | 2026-09-26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Work-order route</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A field request is tied to an asset and location. The integrity lead prioritizes it, and a supervisor confirms isolation and contractor readiness where needed. Completion is not inferred from a planned date: closeout requires a completion date, downtime record, and verifier. That sequence supports a distinction between an open request, work in progress, and a verified closed order.</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Asset Integrity | 2026-09-26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Maintenance measures</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Backlog is the count of open work orders at period end. An overdue order has a due date before that point and is not cancelled. Verified downtime hours are summed only where recorded; a blank duration is unknown rather than zero. Those definitions prevent an early extract from making the outstanding workload or the cost of disruption look smaller than the underlying records allow.</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Asset Integrity | 2026-09-26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Inspection-to-work path</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Inspection Register holds scheduled and ad hoc checks of meters, tanks, compressors, and pads. An observation may open a linked work order, but the two records answer different questions: the inspection records what was seen and the work order records the response. Overdue observations stay open until a named owner verifies closure. A scheduled check without a finding need not create maintenance work.</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Asset Integrity | 2026-09-26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Inspection closure measure</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The closure rate divides observations closed by observations due in the reporting period. Items with future due dates are outside the denominator, even if entered during the period. An analyst should preserve open, closed, and not-applicable states separately and inspect linked work orders before explaining a change in the rate. The measure describes recorded closeout, not the absence of physical defects.</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Asset Integrity | 2026-09-26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Record linkage</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Synthetic well, asset, location, vendor, work-order, and project keys connect the proposed datasets. Business users should see natural asset and project names where possible, while the keys preserve joins across extracts. A linked inspection and work order should refer to the same asset instance and location. A record without a valid link should be flagged for review rather than attached to the nearest plausible item.</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Asset Integrity | 2026-09-26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Coverage and missing values</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The proposed extracts end on August 31, 2026. Production rows represent selected well-days, about 32 of 118 modeled wells per day on average, so their sums are not companywide production totals. Some meter or downtime values may be null, with a reason where available. A missing value is excluded from a numeric calculation and must never be silently treated as zero.</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Asset Integrity | 2026-09-26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Record question for review</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Select an observation with a linked work order and check asset instance, location, due date, order status, and closure verification. If the observation remains open after the order closes, ask whether the integrity owner still needs to verify the result. Do not make the states match by editing a report.</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Asset Integrity | 2026-09-26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Review action and handoff</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Discuss backlog and closure rate with their denominators visible. Keep cancelled orders outside overdue counts and future-due observations outside the closure-rate denominator. Missing downtime remains unknown. The review should result in a list of records to clarify, not an invented reliability claim.</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Asset Integrity | 2026-09-26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Companion extract summary</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The accompanying summary is calculated from the selected records in this extract. Read its period, contributing-record count, and units before comparing values. It does not substitute for the record-level definitions and coverage limitations described above.</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Asset Integrity | 2026-09-26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Companion extract summary · extract summary</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Measure: downtime_hours</a:t>
            </a:r>
          </a:p>
          <a:p>
            <a:pPr>
              <a:spcAft>
                <a:spcPts val="1200"/>
              </a:spcAft>
              <a:defRPr sz="2100"/>
            </a:pPr>
            <a:r>
              <a:t>Unit: hours</a:t>
            </a:r>
          </a:p>
          <a:p>
            <a:pPr>
              <a:spcAft>
                <a:spcPts val="1200"/>
              </a:spcAft>
              <a:defRPr sz="2100"/>
            </a:pPr>
            <a:r>
              <a:t>Total: 158229.36</a:t>
            </a:r>
          </a:p>
          <a:p>
            <a:pPr>
              <a:spcAft>
                <a:spcPts val="1200"/>
              </a:spcAft>
              <a:defRPr sz="2100"/>
            </a:pPr>
            <a:r>
              <a:t>Mean: 121.5279</a:t>
            </a:r>
          </a:p>
          <a:p>
            <a:pPr>
              <a:spcAft>
                <a:spcPts val="1200"/>
              </a:spcAft>
              <a:defRPr sz="2100"/>
            </a:pPr>
            <a:r>
              <a:t>Records: 1302</a:t>
            </a:r>
          </a:p>
          <a:p>
            <a:pPr>
              <a:spcAft>
                <a:spcPts val="1200"/>
              </a:spcAft>
              <a:defRPr sz="2100"/>
            </a:pPr>
            <a:r>
              <a:t>Period: 2026-01-01 to 2026-08-31</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Asset Integrity | 2026-09-26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