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narrow the range after the board's October decision; do not plan crews to the top of the range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Contractor Partner Forum: 2026-2027 Work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Contractor Partner Forum, September 23, 2026. Sedgewater's 2026 work so far, the 2027 outlook and our safety priorities. Presented by Contractor Management to contractor leadership.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Contractor Management | 2026-09-23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2026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34 contractors under master service agreements. Through August we issued 420 releases authorizing $492.7 million; largest programs line construction ($159.9M), gas main replacement ($88.4M) and pole replacement ($61.9M). 26 storm releases ($30.5M) supported the May event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Contractor Management | 2026-09-23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Release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Authorized and invoiced values across all 2026 releases to August 31.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Contractor Management | 2026-09-23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Release values · extract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Measure: authorized_usd</a:t>
            </a:r>
          </a:p>
          <a:p>
            <a:pPr>
              <a:spcAft>
                <a:spcPts val="1200"/>
              </a:spcAft>
              <a:defRPr sz="2100"/>
            </a:pPr>
            <a:r>
              <a:t>Unit: USD</a:t>
            </a:r>
          </a:p>
          <a:p>
            <a:pPr>
              <a:spcAft>
                <a:spcPts val="1200"/>
              </a:spcAft>
              <a:defRPr sz="2100"/>
            </a:pPr>
            <a:r>
              <a:t>Total: 492738841.72</a:t>
            </a:r>
          </a:p>
          <a:p>
            <a:pPr>
              <a:spcAft>
                <a:spcPts val="1200"/>
              </a:spcAft>
              <a:defRPr sz="2100"/>
            </a:pPr>
            <a:r>
              <a:t>Mean: 1173187.7184</a:t>
            </a:r>
          </a:p>
          <a:p>
            <a:pPr>
              <a:spcAft>
                <a:spcPts val="1200"/>
              </a:spcAft>
              <a:defRPr sz="2100"/>
            </a:pPr>
            <a:r>
              <a:t>Records: 420</a:t>
            </a:r>
          </a:p>
          <a:p>
            <a:pPr>
              <a:spcAft>
                <a:spcPts val="1200"/>
              </a:spcAft>
              <a:defRPr sz="2100"/>
            </a:pPr>
            <a:r>
              <a:t>Period: 2026-01-01 to 2026-08-31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Contractor Management | 2026-09-23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Release values · extract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Measure: invoiced_ytd_usd</a:t>
            </a:r>
          </a:p>
          <a:p>
            <a:pPr>
              <a:spcAft>
                <a:spcPts val="1200"/>
              </a:spcAft>
              <a:defRPr sz="2100"/>
            </a:pPr>
            <a:r>
              <a:t>Unit: USD</a:t>
            </a:r>
          </a:p>
          <a:p>
            <a:pPr>
              <a:spcAft>
                <a:spcPts val="1200"/>
              </a:spcAft>
              <a:defRPr sz="2100"/>
            </a:pPr>
            <a:r>
              <a:t>Total: 287812729.46</a:t>
            </a:r>
          </a:p>
          <a:p>
            <a:pPr>
              <a:spcAft>
                <a:spcPts val="1200"/>
              </a:spcAft>
              <a:defRPr sz="2100"/>
            </a:pPr>
            <a:r>
              <a:t>Mean: 685268.4035</a:t>
            </a:r>
          </a:p>
          <a:p>
            <a:pPr>
              <a:spcAft>
                <a:spcPts val="1200"/>
              </a:spcAft>
              <a:defRPr sz="2100"/>
            </a:pPr>
            <a:r>
              <a:t>Records: 420</a:t>
            </a:r>
          </a:p>
          <a:p>
            <a:pPr>
              <a:spcAft>
                <a:spcPts val="1200"/>
              </a:spcAft>
              <a:defRPr sz="2100"/>
            </a:pPr>
            <a:r>
              <a:t>Period: 2026-01-01 to 2026-08-31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Contractor Management | 2026-09-23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2027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Planned 2027 contractor work: $470 million to $560 million. The range is wide because it depends on rate case timing and resiliency pacing. Line construction and vegetation remain the largest scopes.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Contractor Management | 2026-09-23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Where the work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Resiliency measures continue: pole replacement and bracing, vegetation acceleration, automation, undergrounding, URD cable and transmission hardening. In-scope Bayou and Prairie feeders move to a three-year trimming cycle. 2026 vegetation: 1,740.9 of 2,650 cycle miles and 188.6 of 330 acceleration miles done or in progress.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Contractor Management | 2026-09-23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Safety: 2027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Heat illness prevention: rest breaks mandatory at a heat index of 103 degrees.</a:t>
            </a:r>
          </a:p>
          <a:p>
            <a:pPr>
              <a:spcAft>
                <a:spcPts val="1200"/>
              </a:spcAft>
              <a:defRPr sz="2100"/>
            </a:pPr>
            <a:r>
              <a:t> Minimum approach distance during storm work.</a:t>
            </a:r>
          </a:p>
          <a:p>
            <a:pPr>
              <a:spcAft>
                <a:spcPts val="1200"/>
              </a:spcAft>
              <a:defRPr sz="2100"/>
            </a:pPr>
            <a:r>
              <a:t> Work-zone traffic control.</a:t>
            </a:r>
          </a:p>
          <a:p>
            <a:pPr>
              <a:spcAft>
                <a:spcPts val="1200"/>
              </a:spcAft>
              <a:defRPr sz="2100"/>
            </a:pPr>
            <a:r>
              <a:t> Excavation damage prevention.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Contractor Management | 2026-09-23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Safety: 2026 to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Contractors reported 34 recordable injuries from January to August 2026. Thank you to the crews who worked the May event safely; we also learned from the incidents that did occur.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Contractor Management | 2026-09-23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Prequalification and audits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Statuses: Approved, Approved - conditional, Suspended. Tiers A, B and C. Field audits at least monthly for tier A, quarterly for B and C, weekly while conditional. Audits use form SHE-F-112 revision C, which replaced revision B in January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Contractor Management | 2026-09-23 |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