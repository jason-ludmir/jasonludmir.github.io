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contractor and invoice path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work-order route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decision owners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record linkage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system roles and handoffs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what the client extract can show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Contractor work and invoice chain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walkthrough of the modeled contractor release, service confirmation, and invoice match at field locations. This draft is prepared for field and finance leads as part of Mesa Lantern Energy's initial information handoff. It describes the modeled operation at the stated date and should be read with the period and coverage of its supporting records.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Purpose and immediate use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mobilization record identifies the vendor, scope, site, work period, and invoice reference. It should be linked to a work order when the visit responds to maintenance. Release depends on a recorded job safety analysis reference and readiness confirmation. Neither a proposed visit nor a received invoice by itself establishes that field work occurred.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Contractor and invoice path</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Supply and Contracts records approved vendors, scope, location, mobilization dates, and invoice references. Before a mobilization is released, the field supervisor records a job safety analysis reference and readiness confirmation. After service, the supervisor confirms work performed; Supply and Contracts then matches the invoice. This modeled path keeps site release, service evidence, and payment review as separate decisions.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Work-order route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field request is tied to an asset and location. The integrity lead prioritizes it, and a supervisor confirms isolation and contractor readiness where needed. Completion is not inferred from a planned date: closeout requires a completion date, downtime record, and verifier. That sequence supports a distinction between an open request, work in progress, and a verified closed order.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 owners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Operations is led by Avery Collins. Robin Vega is accountable for production accounting, Morgan Hale for asset integrity, Taylor Kim for development projects, and Casey Nolan for supply and contractor records. These assignments identify who can explain a record or approve a correction. They do not imply that one person performs every underlying field task or that another team may change a source record without its owner.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linkage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Synthetic well, asset, location, vendor, work-order, and project keys connect the proposed datasets. Business users should see natural asset and project names where possible, while the keys preserve joins across extracts. A linked inspection and work order should refer to the same asset instance and location. A record without a valid link should be flagged for review rather than attached to the nearest plausible item.</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System roles and handoffs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Log and Meter Historian feed the reviewed Production Ledger. Inspection Register and Work Register exchange references when a finding leads to maintenance. Vendor Ledger carries contractor transactions. Reporting Mart receives read-only exports for monthly summaries; it does not write changes back to operational systems. Source entries and timestamped revisions remain in those systems, which is why a report should name its extraction date.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What the client extract can show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files are selective extracts from modeled operational registers through August 31, 2026. Reporting Mart can bring those copies together without changing a source system. The package can explain definitions, ownership, and recorded activity within that window. It cannot establish complete history, unrecorded field conditions, or companywide production from a selected well-day sample.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question for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For one mobilization, ask which record shows release to site, which confirms service, and which carries the invoice reference. A visit with a planned date but no release evidence is not the same as completed work. Keep that distinction visible when the meeting discusses late invoices.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action and handoff</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Separate exceptions by decision owner: a site-readiness gap returns to the field supervisor; an unresolved service confirmation returns to Field Operations; an invoice mismatch stays with Supply and Contracts. This keeps payment review from substituting for field evidence.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Supply and Contracts | 2026-09-26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