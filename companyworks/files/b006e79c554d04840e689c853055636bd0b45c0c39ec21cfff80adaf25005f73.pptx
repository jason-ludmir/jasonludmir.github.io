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board reviews integration changes and new applications monthly; today's ask is agreement on 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integration team cannot carry the CMMS migration and a second large build in the same quarter.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Architecture Review Board — FY2027 Integration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Architecture review board, August 12, 2026. Presented by Arjun Mehta, Vice President and Chief Information Officer. Planned FY2027 integration changes, their order and dependencies.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Tallowbrook Health | Information Services | 2026-08-12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Four changes for FY2027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CMMS consolidation: move legacy clinical engineering records into the enterprise CMMS</a:t>
            </a:r>
          </a:p>
          <a:p>
            <a:pPr>
              <a:spcAft>
                <a:spcPts val="1200"/>
              </a:spcAft>
              <a:defRPr sz="2100"/>
            </a:pPr>
            <a:r>
              <a:t> Automated surgery center case feed to replace the monthly file</a:t>
            </a:r>
          </a:p>
          <a:p>
            <a:pPr>
              <a:spcAft>
                <a:spcPts val="1200"/>
              </a:spcAft>
              <a:defRPr sz="2100"/>
            </a:pPr>
            <a:r>
              <a:t> WFS self-scheduling for Central Staffing Phase 2</a:t>
            </a:r>
          </a:p>
          <a:p>
            <a:pPr>
              <a:spcAft>
                <a:spcPts val="1200"/>
              </a:spcAft>
              <a:defRPr sz="2100"/>
            </a:pPr>
            <a:r>
              <a:t> Supply cabinet interface upgrade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Tallowbrook Health | Information Services | 2026-08-12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Where we start from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EDW loads run nightly from 1:00 to 5:30 a.m. Two feeds are still manual or monthly: the surgery center sends a case summary file each month and the legacy CE CMMS is exported by hand each month.</a:t>
            </a:r>
          </a:p>
          <a:p>
            <a:pPr>
              <a:spcAft>
                <a:spcPts val="1200"/>
              </a:spcAft>
              <a:defRPr sz="2100"/>
            </a:pPr>
            <a:r>
              <a:t> Both gaps delay reporting by up to a month</a:t>
            </a:r>
          </a:p>
          <a:p>
            <a:pPr>
              <a:spcAft>
                <a:spcPts val="1200"/>
              </a:spcAft>
              <a:defRPr sz="2100"/>
            </a:pPr>
            <a:r>
              <a:t> Both are addressed by this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Tallowbrook Health | Information Services | 2026-08-12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CMMS consolidation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Approved by the executive team in June 2026. Data cleanup July to October 2026; legacy record migration January to April 2027.</a:t>
            </a:r>
          </a:p>
          <a:p>
            <a:pPr>
              <a:spcAft>
                <a:spcPts val="1200"/>
              </a:spcAft>
              <a:defRPr sz="2100"/>
            </a:pPr>
            <a:r>
              <a:t> Integration work: retire the manual export; add clinical engineering work order types to the weekly EDW extract</a:t>
            </a:r>
          </a:p>
          <a:p>
            <a:pPr>
              <a:spcAft>
                <a:spcPts val="1200"/>
              </a:spcAft>
              <a:defRPr sz="2100"/>
            </a:pPr>
            <a:r>
              <a:t> Legacy server can be retired after parallel running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Tallowbrook Health | Information Services | 2026-08-12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Surgery center case feed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Replace the monthly case summary file with a nightly flat-file extract from the surgery center practice-management system through the integration engine.</a:t>
            </a:r>
          </a:p>
          <a:p>
            <a:pPr>
              <a:spcAft>
                <a:spcPts val="1200"/>
              </a:spcAft>
              <a:defRPr sz="2100"/>
            </a:pPr>
            <a:r>
              <a:t> Needs agreement from the surgery center board on data sharing under the services agreement</a:t>
            </a:r>
          </a:p>
          <a:p>
            <a:pPr>
              <a:spcAft>
                <a:spcPts val="1200"/>
              </a:spcAft>
              <a:defRPr sz="2100"/>
            </a:pPr>
            <a:r>
              <a:t> Target: build in Q4 FY2027 (April to June 2027), after the CMMS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Tallowbrook Health | Information Services | 2026-08-12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WFS self-scheduling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Central Staffing Phase 2 started in January 2026, and Hospital Fort Bend units have requested float staff through the office since February 16. Self-scheduling is the next WFS change and affects the nightly scheduled-hours feed.</a:t>
            </a:r>
          </a:p>
          <a:p>
            <a:pPr>
              <a:spcAft>
                <a:spcPts val="1200"/>
              </a:spcAft>
              <a:defRPr sz="2100"/>
            </a:pPr>
            <a:r>
              <a:t> Configuration and testing in Q2 FY2027</a:t>
            </a:r>
          </a:p>
          <a:p>
            <a:pPr>
              <a:spcAft>
                <a:spcPts val="1200"/>
              </a:spcAft>
              <a:defRPr sz="2100"/>
            </a:pPr>
            <a:r>
              <a:t> No change to the payroll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Tallowbrook Health | Information Services | 2026-08-12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Supply cabinet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Upgrade the interface between point-of-use cabinets and the ERP to the vendor's current version before support for the old version ends. Lowest dependency on the others; can run in Q1 FY2027.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Tallowbrook Health | Information Services | 2026-08-12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Proposed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Q1 (Jul-Sep): supply cabinet interface; CMMS data cleanup</a:t>
            </a:r>
          </a:p>
          <a:p>
            <a:pPr>
              <a:spcAft>
                <a:spcPts val="1200"/>
              </a:spcAft>
              <a:defRPr sz="2100"/>
            </a:pPr>
            <a:r>
              <a:t> Q2 (Oct-Dec): WFS self-scheduling; CMMS cleanup completes in October</a:t>
            </a:r>
          </a:p>
          <a:p>
            <a:pPr>
              <a:spcAft>
                <a:spcPts val="1200"/>
              </a:spcAft>
              <a:defRPr sz="2100"/>
            </a:pPr>
            <a:r>
              <a:t> Q3 (Jan-Mar): CMMS legacy migration</a:t>
            </a:r>
          </a:p>
          <a:p>
            <a:pPr>
              <a:spcAft>
                <a:spcPts val="1200"/>
              </a:spcAft>
              <a:defRPr sz="2100"/>
            </a:pPr>
            <a:r>
              <a:t> Q4 (Apr-Jun): CMMS migration completes in April; surgery center feed built and live; legacy CMMS server retired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Tallowbrook Health | Information Services | 2026-08-12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Decisions requested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Agree the sequence above</a:t>
            </a:r>
          </a:p>
          <a:p>
            <a:pPr>
              <a:spcAft>
                <a:spcPts val="1200"/>
              </a:spcAft>
              <a:defRPr sz="2100"/>
            </a:pPr>
            <a:r>
              <a:t> Confirm the surgery center feed can wait until Q4</a:t>
            </a:r>
          </a:p>
          <a:p>
            <a:pPr>
              <a:spcAft>
                <a:spcPts val="1200"/>
              </a:spcAft>
              <a:defRPr sz="2100"/>
            </a:pPr>
            <a:r>
              <a:t> Bring each change back to the board for design approval before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Tallowbrook Health | Information Services | 2026-08-12 |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