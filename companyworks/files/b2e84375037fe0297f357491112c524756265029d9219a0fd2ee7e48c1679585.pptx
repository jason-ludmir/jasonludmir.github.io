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slots_offered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2026-06</c:v>
                </c:pt>
                <c:pt idx="1">
                  <c:v>2026-07</c:v>
                </c:pt>
                <c:pt idx="2">
                  <c:v>2026-08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10413</c:v>
                </c:pt>
                <c:pt idx="1">
                  <c:v>8644</c:v>
                </c:pt>
                <c:pt idx="2">
                  <c:v>8594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Figures from the weekly access extract; see the workbook for each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MRI staffing for Saturdays covered by two per-diem technologists.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Summer Access Review — Imaging and Therapy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Outpatient access, June 1 to August 30, 2026. Ambulatory leadership review, September 9, 2026. Prepared by Patient Access &amp; Central Scheduling.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Patient Access &amp; Central Scheduling | 2026-09-09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Summer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Pavilion: 90.6% of 16,763 offered slots booked; 92.2% of bookings completed</a:t>
            </a:r>
          </a:p>
          <a:p>
            <a:pPr>
              <a:spcAft>
                <a:spcPts val="1200"/>
              </a:spcAft>
              <a:defRPr sz="2100"/>
            </a:pPr>
            <a:r>
              <a:t> Stafford: 89.6% of 10,888 slots booked; 90.9% completed</a:t>
            </a:r>
          </a:p>
          <a:p>
            <a:pPr>
              <a:spcAft>
                <a:spcPts val="1200"/>
              </a:spcAft>
              <a:defRPr sz="2100"/>
            </a:pPr>
            <a:r>
              <a:t> Most imaging schedules have next-week availability</a:t>
            </a:r>
          </a:p>
          <a:p>
            <a:pPr>
              <a:spcAft>
                <a:spcPts val="1200"/>
              </a:spcAft>
              <a:defRPr sz="2100"/>
            </a:pPr>
            <a:r>
              <a:t> Two pressure points: Stafford MRI and therapy no-shows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Patient Access &amp; Central Scheduling | 2026-09-09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Weekly slots offered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Template slots per week across all 11 schedules. The dip is the July 4 holiday week.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Patient Access &amp; Central Scheduling | 2026-09-09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Weekly slots offered · slots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Patient Access &amp; Central Scheduling | 2026-09-09 | 4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554480"/>
          <a:ext cx="105156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Pavilion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CT third-next-available about 2 days; ultrasound about 3</a:t>
            </a:r>
          </a:p>
          <a:p>
            <a:pPr>
              <a:spcAft>
                <a:spcPts val="1200"/>
              </a:spcAft>
              <a:defRPr sz="2100"/>
            </a:pPr>
            <a:r>
              <a:t> MRI filled 95% with third-next-available near 7 days</a:t>
            </a:r>
          </a:p>
          <a:p>
            <a:pPr>
              <a:spcAft>
                <a:spcPts val="1200"/>
              </a:spcAft>
              <a:defRPr sz="2100"/>
            </a:pPr>
            <a:r>
              <a:t> Mammography filled 86%: room for more screening</a:t>
            </a:r>
          </a:p>
          <a:p>
            <a:pPr>
              <a:spcAft>
                <a:spcPts val="1200"/>
              </a:spcAft>
              <a:defRPr sz="2100"/>
            </a:pPr>
            <a:r>
              <a:t> Infusion completed about 96% of bookings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Patient Access &amp; Central Scheduling | 2026-09-09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Where access is tight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Stafford MRI booked 97.8% of slots. Third-next-available averaged 11.0 days in the first four weeks and 13.4 in the last four, reaching about 17 days in late August.</a:t>
            </a:r>
          </a:p>
          <a:p>
            <a:pPr>
              <a:spcAft>
                <a:spcPts val="1200"/>
              </a:spcAft>
              <a:defRPr sz="2100"/>
            </a:pPr>
            <a:r>
              <a:t> Stafford imaging volume grew 8.3% in FY2026</a:t>
            </a:r>
          </a:p>
          <a:p>
            <a:pPr>
              <a:spcAft>
                <a:spcPts val="1200"/>
              </a:spcAft>
              <a:defRPr sz="2100"/>
            </a:pPr>
            <a:r>
              <a:t> Referrers are asking for Pavilion MRI instead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Patient Access &amp; Central Scheduling | 2026-09-09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Missed therapy visits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Therapy had the highest share of booked visits not completed: 12.1% for Pavilion PT/OT and 13.2% for Stafford PT, against 5% to 9% for imaging.</a:t>
            </a:r>
          </a:p>
          <a:p>
            <a:pPr>
              <a:spcAft>
                <a:spcPts val="1200"/>
              </a:spcAft>
              <a:defRPr sz="2100"/>
            </a:pPr>
            <a:r>
              <a:t> Therapy moved to central scheduling in November 2025</a:t>
            </a:r>
          </a:p>
          <a:p>
            <a:pPr>
              <a:spcAft>
                <a:spcPts val="1200"/>
              </a:spcAft>
              <a:defRPr sz="2100"/>
            </a:pPr>
            <a:r>
              <a:t> Automated reminders run at 72 and 24 hours; no call for therapy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Patient Access &amp; Central Scheduling | 2026-09-09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Actions agreed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Saturday MRI hours at Stafford from September 12</a:t>
            </a:r>
          </a:p>
          <a:p>
            <a:pPr>
              <a:spcAft>
                <a:spcPts val="1200"/>
              </a:spcAft>
              <a:defRPr sz="2100"/>
            </a:pPr>
            <a:r>
              <a:t> Offer Pavilion MRI first when Stafford wait exceeds 10 days</a:t>
            </a:r>
          </a:p>
          <a:p>
            <a:pPr>
              <a:spcAft>
                <a:spcPts val="1200"/>
              </a:spcAft>
              <a:defRPr sz="2100"/>
            </a:pPr>
            <a:r>
              <a:t> Reminder calls two days before therapy visits</a:t>
            </a:r>
          </a:p>
          <a:p>
            <a:pPr>
              <a:spcAft>
                <a:spcPts val="1200"/>
              </a:spcAft>
              <a:defRPr sz="2100"/>
            </a:pPr>
            <a:r>
              <a:t> Re-check both measures at the December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Patient Access &amp; Central Scheduling | 2026-09-09 |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