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Next-Generation Meter Pilot: Checkpoint, September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Next-generation meter pilot checkpoint, September 2026. Status, budget and schedule at September 11. Presented by the AMS Program Manager.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Metering Services | 2026-09-15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a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The current meter fleet was installed 2011-2013; vendor support for this meter generation ends in 2030. The pilot tests a new generation before a fleet decision in 2027.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Metering Services | 2026-09-15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12,000 meters in Crossroads District, testing new communications, remote connect and outage detection.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Metering Services | 2026-09-15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Installation began August 17 instead of the planned June 15 because the vendor needed more time to complete firmware and security testing. 1,850 meters installed by September 11.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Metering Services | 2026-09-15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Budget and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2026 budget $14.8 million; total $16.5 million. Forecast in service January 29, 2027 (planned December 18, 2026).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Metering Services | 2026-09-15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Link to service 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Most REP service orders are completed remotely through the meter network: January-August 2026 on-time completion was 98.3%, falling to 95.4% in May. Remote connect and outage detection are the features with the biggest operational value.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Metering Services | 2026-09-15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Success measures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The pilot charter (approved February 2026) defines the success measures and the fleet decision criteria. See the charter for targets.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Metering Services | 2026-09-15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Complete installation by mid-November.</a:t>
            </a:r>
          </a:p>
          <a:p>
            <a:pPr>
              <a:spcAft>
                <a:spcPts val="1200"/>
              </a:spcAft>
              <a:defRPr sz="2100"/>
            </a:pPr>
            <a:r>
              <a:t> First read-rate and remote-connect results in December.</a:t>
            </a:r>
          </a:p>
          <a:p>
            <a:pPr>
              <a:spcAft>
                <a:spcPts val="1200"/>
              </a:spcAft>
              <a:defRPr sz="2100"/>
            </a:pPr>
            <a:r>
              <a:t> Fleet decision paper in 2027.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Metering Services | 2026-09-15 |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