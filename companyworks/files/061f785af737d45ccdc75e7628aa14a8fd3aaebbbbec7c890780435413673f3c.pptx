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plates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511</c:v>
                </c:pt>
                <c:pt idx="1">
                  <c:v>597</c:v>
                </c:pt>
                <c:pt idx="2">
                  <c:v>663</c:v>
                </c:pt>
                <c:pt idx="3">
                  <c:v>661</c:v>
                </c:pt>
                <c:pt idx="4">
                  <c:v>483</c:v>
                </c:pt>
                <c:pt idx="5">
                  <c:v>679</c:v>
                </c:pt>
                <c:pt idx="6">
                  <c:v>688</c:v>
                </c:pt>
                <c:pt idx="7">
                  <c:v>530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 lag is measured from run date to registry upload; review time comes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asked for a cost range; we will bring one with the planning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R&amp;D Data Hub Phase 2 Proposal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Proposal review for R&amp;D Data Hub phase 2, September 17, 2026, for research leadership, IT and the Finance partner. We are asking for approval to plan phase 2, not to build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The problem: results reach teams days after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January to August 2026: median 4 days from assay run to registry upload, 90th percentile 11 days; DP-09 runs took a median of 7 days. The delay is mostly the manual ELN-to-registry step. The chart shows plates run by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The problem: results reach teams days after the run · 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Quality is not the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1,305 of 1,450 runs passed acceptance criteria, 103 were repeated and 42 invalidated. Phase 2 is about speed and handling, not about changing review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How data flow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Instruments and the chromatography data system feed ELN experiments; scientists export and import runs into the assay registry by hand; the registry and compound database load into the Data Hub each night. Phase 1 has run since March 2025. External transfers arrive as files and are not in the Data 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How data flow today ·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Instrument data server and chromatography data system → Electronic lab notebook</a:t>
            </a:r>
          </a:p>
          <a:p>
            <a:pPr>
              <a:spcAft>
                <a:spcPts val="1200"/>
              </a:spcAft>
              <a:defRPr sz="2100"/>
            </a:pPr>
            <a:r>
              <a:t>results attached to</a:t>
            </a:r>
          </a:p>
          <a:p>
            <a:pPr>
              <a:spcAft>
                <a:spcPts val="1200"/>
              </a:spcAft>
              <a:defRPr sz="2100"/>
            </a:pPr>
          </a:p>
          <a:p>
            <a:pPr>
              <a:spcAft>
                <a:spcPts val="1200"/>
              </a:spcAft>
              <a:defRPr sz="2100"/>
            </a:pPr>
            <a:r>
              <a:t>Electronic lab notebook → Assay &amp; sample registry</a:t>
            </a:r>
          </a:p>
          <a:p>
            <a:pPr>
              <a:spcAft>
                <a:spcPts val="1200"/>
              </a:spcAft>
              <a:defRPr sz="2100"/>
            </a:pPr>
            <a:r>
              <a:t>run records uploaded to</a:t>
            </a:r>
          </a:p>
          <a:p>
            <a:pPr>
              <a:spcAft>
                <a:spcPts val="1200"/>
              </a:spcAft>
              <a:defRPr sz="2100"/>
            </a:pPr>
          </a:p>
          <a:p>
            <a:pPr>
              <a:spcAft>
                <a:spcPts val="1200"/>
              </a:spcAft>
              <a:defRPr sz="2100"/>
            </a:pPr>
            <a:r>
              <a:t>Assay &amp; sample registry → R&amp;D Data Hub</a:t>
            </a:r>
          </a:p>
          <a:p>
            <a:pPr>
              <a:spcAft>
                <a:spcPts val="1200"/>
              </a:spcAft>
              <a:defRPr sz="2100"/>
            </a:pPr>
            <a:r>
              <a:t>nightly load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External data are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85% of bioanalytical samples went to external labs from June to August, and central lab transfers for CANOPY-1 moved from every two weeks to weekly in June. Each transfer is checked and read from files, outside the Data 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Proposed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Direct ELN-to-registry transfer for the main assay families, replacing manual export and import.</a:t>
            </a:r>
          </a:p>
          <a:p>
            <a:pPr>
              <a:spcAft>
                <a:spcPts val="1200"/>
              </a:spcAft>
              <a:defRPr sz="2100"/>
            </a:pPr>
            <a:r>
              <a:t> Intake of external bioanalytical results and CRO transfers into a controlled area of the Data Hub, with the existing receipt checks.</a:t>
            </a:r>
          </a:p>
          <a:p>
            <a:pPr>
              <a:spcAft>
                <a:spcPts val="1200"/>
              </a:spcAft>
              <a:defRPr sz="2100"/>
            </a:pPr>
            <a:r>
              <a:t> Dashboards that show pending uploads and reviews by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Out of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Replacing the ELN, the registry or the compound database.</a:t>
            </a:r>
          </a:p>
          <a:p>
            <a:pPr>
              <a:spcAft>
                <a:spcPts val="1200"/>
              </a:spcAft>
              <a:defRPr sz="2100"/>
            </a:pPr>
            <a:r>
              <a:t> Any change to GxP clinical systems hosted by the CRO.</a:t>
            </a:r>
          </a:p>
          <a:p>
            <a:pPr>
              <a:spcAft>
                <a:spcPts val="1200"/>
              </a:spcAft>
              <a:defRPr sz="2100"/>
            </a:pPr>
            <a:r>
              <a:t> Unblinded clinical data of any kind.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Effort and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Rough effort: 9 to 12 person-months across Research Informatics, IT and the ELN vendor over two quarters; no cost estimate yet. Depends on ELN vendor interface support, on Bayou Managed IT for infrastructure, and on agreeing transfer formats with Alder and the CRO.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Decision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Phase 2 is a proposal and has not been approved or budgeted. We ask for approval to prepare a planning package, with cost, vendor options and a validation approach for the external intake, by October 30,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Research Informatics | 2026-09-17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