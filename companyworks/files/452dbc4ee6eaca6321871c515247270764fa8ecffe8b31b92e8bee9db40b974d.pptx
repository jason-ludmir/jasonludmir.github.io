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midnight_census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2026-02</c:v>
                </c:pt>
                <c:pt idx="1">
                  <c:v>2026-03</c:v>
                </c:pt>
                <c:pt idx="2">
                  <c:v>2026-04</c:v>
                </c:pt>
                <c:pt idx="3">
                  <c:v>2026-05</c:v>
                </c:pt>
                <c:pt idx="4">
                  <c:v>2026-06</c:v>
                </c:pt>
                <c:pt idx="5">
                  <c:v>2026-07</c:v>
                </c:pt>
                <c:pt idx="6">
                  <c:v>2026-08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6369</c:v>
                </c:pt>
                <c:pt idx="1">
                  <c:v>6683</c:v>
                </c:pt>
                <c:pt idx="2">
                  <c:v>6272</c:v>
                </c:pt>
                <c:pt idx="3">
                  <c:v>6620</c:v>
                </c:pt>
                <c:pt idx="4">
                  <c:v>6468</c:v>
                </c:pt>
                <c:pt idx="5">
                  <c:v>6751</c:v>
                </c:pt>
                <c:pt idx="6">
                  <c:v>7150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EHR list was three weeks late because of the IS build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February baseline is one month and noisy; Telemetry started 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a boarding effect. The drop matches the seasonal drop on non-pilot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covers both hospitals; West alone rose to 81.8% occupancy in August.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requested at the October 15 operating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Patient Flow Pilot — September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West Capacity &amp; Patient Flow Program. Operating committee, September 17, 2026. Pilot units: 4 West, 5 West and Telemetry at Medical Center West, live since March 2,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 we said we would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January charter aim: 30% of pilot-unit discharges before 11 a.m. by August 31, with lower ED boarding for pilot units as a secondary aim.</a:t>
            </a:r>
          </a:p>
          <a:p>
            <a:pPr>
              <a:spcAft>
                <a:spcPts val="1200"/>
              </a:spcAft>
              <a:defRPr sz="2100"/>
            </a:pPr>
            <a:r>
              <a:t> Pilot live March 2 as planned</a:t>
            </a:r>
          </a:p>
          <a:p>
            <a:pPr>
              <a:spcAft>
                <a:spcPts val="1200"/>
              </a:spcAft>
              <a:defRPr sz="2100"/>
            </a:pPr>
            <a:r>
              <a:t> EHR next-day discharge list live April 20 (paper list until then)</a:t>
            </a:r>
          </a:p>
          <a:p>
            <a:pPr>
              <a:spcAft>
                <a:spcPts val="1200"/>
              </a:spcAft>
              <a:defRPr sz="2100"/>
            </a:pPr>
            <a:r>
              <a:t> 90-day review held June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changed on the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Expected discharge date set by day 2 on most admissions</a:t>
            </a:r>
          </a:p>
          <a:p>
            <a:pPr>
              <a:spcAft>
                <a:spcPts val="1200"/>
              </a:spcAft>
              <a:defRPr sz="2100"/>
            </a:pPr>
            <a:r>
              <a:t> Next-day discharge list agreed at 3 p.m. on each unit</a:t>
            </a:r>
          </a:p>
          <a:p>
            <a:pPr>
              <a:spcAft>
                <a:spcPts val="1200"/>
              </a:spcAft>
              <a:defRPr sz="2100"/>
            </a:pPr>
            <a:r>
              <a:t> 9:30 huddle now reports planned early discharges and barriers</a:t>
            </a:r>
          </a:p>
          <a:p>
            <a:pPr>
              <a:spcAft>
                <a:spcPts val="1200"/>
              </a:spcAft>
              <a:defRPr sz="2100"/>
            </a:pPr>
            <a:r>
              <a:t> EVS notified when the patient leaves rather than at EHR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Discharge timing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Share of discharges before 11 a.m., three pilot units combined: 14.3% before the pilot (February 1 to March 1, 419 discharges) and 27.1% from March 2 to August 31 (2,793 discharges).</a:t>
            </a:r>
          </a:p>
          <a:p>
            <a:pPr>
              <a:spcAft>
                <a:spcPts val="1200"/>
              </a:spcAft>
              <a:defRPr sz="2100"/>
            </a:pPr>
            <a:r>
              <a:t> Monthly: 25.0% March, 29.7% April, 23.4% May, 28.2% June, 27.4% July, 28.3% August</a:t>
            </a:r>
          </a:p>
          <a:p>
            <a:pPr>
              <a:spcAft>
                <a:spcPts val="1200"/>
              </a:spcAft>
              <a:defRPr sz="2100"/>
            </a:pPr>
            <a:r>
              <a:t> Target of 30% not reached in any month</a:t>
            </a:r>
          </a:p>
          <a:p>
            <a:pPr>
              <a:spcAft>
                <a:spcPts val="1200"/>
              </a:spcAft>
              <a:defRPr sz="2100"/>
            </a:pPr>
            <a:r>
              <a:t> Comparison units (Progressive Care, 6 West) did not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Boarding and season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ED boarding hours for pilot units fell from about 13.4 per unit-day in February to 9.6 in June to August. Other West units fell by a similar share, from 4.4 to 3.0.</a:t>
            </a:r>
          </a:p>
          <a:p>
            <a:pPr>
              <a:spcAft>
                <a:spcPts val="1200"/>
              </a:spcAft>
              <a:defRPr sz="2100"/>
            </a:pPr>
            <a:r>
              <a:t> West boarding totaled 1,741 hours in February, 1,150 in June and 1,489 in August</a:t>
            </a:r>
          </a:p>
          <a:p>
            <a:pPr>
              <a:spcAft>
                <a:spcPts val="1200"/>
              </a:spcAft>
              <a:defRPr sz="2100"/>
            </a:pPr>
            <a:r>
              <a:t> West census rose again in August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Census context, February to August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Monthly census-days for all 12 units at both hospitals, including observation patients.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Census context, February to August ·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cannot conclude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Whether earlier discharges reduced boarding once season is accounted for</a:t>
            </a:r>
          </a:p>
          <a:p>
            <a:pPr>
              <a:spcAft>
                <a:spcPts val="1200"/>
              </a:spcAft>
              <a:defRPr sz="2100"/>
            </a:pPr>
            <a:r>
              <a:t> Whether the gain will hold during winter census</a:t>
            </a:r>
          </a:p>
          <a:p>
            <a:pPr>
              <a:spcAft>
                <a:spcPts val="1200"/>
              </a:spcAft>
              <a:defRPr sz="2100"/>
            </a:pPr>
            <a:r>
              <a:t> Effect on readmissions: no concerns logged, but the data are thin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Recommendation for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Continue the pilot unchanged through December 2026</a:t>
            </a:r>
          </a:p>
          <a:p>
            <a:pPr>
              <a:spcAft>
                <a:spcPts val="1200"/>
              </a:spcAft>
              <a:defRPr sz="2100"/>
            </a:pPr>
            <a:r>
              <a:t> Spread to Progressive Care and 6 West in January 2027 if approved</a:t>
            </a:r>
          </a:p>
          <a:p>
            <a:pPr>
              <a:spcAft>
                <a:spcPts val="1200"/>
              </a:spcAft>
              <a:defRPr sz="2100"/>
            </a:pPr>
            <a:r>
              <a:t> Keep the 30% target</a:t>
            </a:r>
          </a:p>
          <a:p>
            <a:pPr>
              <a:spcAft>
                <a:spcPts val="1200"/>
              </a:spcAft>
              <a:defRPr sz="2100"/>
            </a:pPr>
            <a:r>
              <a:t> Add a 10 a.m. discharge-readiness call between case management and hospitalists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Decision Support to add a same-month-last-year boarding comparison by unit</a:t>
            </a:r>
          </a:p>
          <a:p>
            <a:pPr>
              <a:spcAft>
                <a:spcPts val="1200"/>
              </a:spcAft>
              <a:defRPr sz="2100"/>
            </a:pPr>
            <a:r>
              <a:t> Unit leads to prepare the spread training plan</a:t>
            </a:r>
          </a:p>
          <a:p>
            <a:pPr>
              <a:spcAft>
                <a:spcPts val="1200"/>
              </a:spcAft>
              <a:defRPr sz="2100"/>
            </a:pPr>
            <a:r>
              <a:t> Report winter results in February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Performance Improvement Office | 2026-09-17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