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late milestones and the at-risk milestone are in Central Staffing Phase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Winter results to be reported in February 2027.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close date of March 31, 2027 is unchanged for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Improvement Portfolio Review — Q1 FY2027</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Quarterly executive portfolio review, September 22, 2026. Prepared by Hannah Mercer, Director, Performance Improvement. Status as of the September 18 milestone tracker.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Portfolio at a glance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Four active projects; the imaging scheduling consolidation closed in April 2025. Of 34 tracked milestones, 21 are complete, 6 on track, 3 not started, 2 late, 1 at risk and 1 pending a decision.</a:t>
            </a:r>
          </a:p>
          <a:p>
            <a:pPr>
              <a:spcAft>
                <a:spcPts val="1200"/>
              </a:spcAft>
              <a:defRPr sz="2100"/>
            </a:pPr>
            <a:r>
              <a:t> West patient flow pilot: in evaluation</a:t>
            </a:r>
          </a:p>
          <a:p>
            <a:pPr>
              <a:spcAft>
                <a:spcPts val="1200"/>
              </a:spcAft>
              <a:defRPr sz="2100"/>
            </a:pPr>
            <a:r>
              <a:t> Central Staffing Phase 2: behind on self-scheduling</a:t>
            </a:r>
          </a:p>
          <a:p>
            <a:pPr>
              <a:spcAft>
                <a:spcPts val="1200"/>
              </a:spcAft>
              <a:defRPr sz="2100"/>
            </a:pPr>
            <a:r>
              <a:t> CMMS consolidation: on track</a:t>
            </a:r>
          </a:p>
          <a:p>
            <a:pPr>
              <a:spcAft>
                <a:spcPts val="1200"/>
              </a:spcAft>
              <a:defRPr sz="2100"/>
            </a:pPr>
            <a:r>
              <a:t> Fort Bend fourth floor: on track for the February board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West patient flow pilot</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Discharges before 11 a.m. on the three pilot units rose from 14.3% in February to 27.1% from March through August. Monthly results ranged from 23.4% to 29.7%; the 30% target was not met in any of the six months. Boarding fell, but other West units fell by a similar share over the same season.</a:t>
            </a:r>
          </a:p>
          <a:p>
            <a:pPr>
              <a:spcAft>
                <a:spcPts val="1200"/>
              </a:spcAft>
              <a:defRPr sz="2100"/>
            </a:pPr>
            <a:r>
              <a:t> Pilot is in evaluation; spread decision at the October operating committee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Flow checkpoint recommendation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Continue the pilot unchanged through December 2026</a:t>
            </a:r>
          </a:p>
          <a:p>
            <a:pPr>
              <a:spcAft>
                <a:spcPts val="1200"/>
              </a:spcAft>
              <a:defRPr sz="2100"/>
            </a:pPr>
            <a:r>
              <a:t> Spread to Progressive Care and 6 West in January 2027 if approved</a:t>
            </a:r>
          </a:p>
          <a:p>
            <a:pPr>
              <a:spcAft>
                <a:spcPts val="1200"/>
              </a:spcAft>
              <a:defRPr sz="2100"/>
            </a:pPr>
            <a:r>
              <a:t> Keep the 30% target</a:t>
            </a:r>
          </a:p>
          <a:p>
            <a:pPr>
              <a:spcAft>
                <a:spcPts val="1200"/>
              </a:spcAft>
              <a:defRPr sz="2100"/>
            </a:pPr>
            <a:r>
              <a:t> Add a 10 a.m. discharge-readiness call between case management and hospitalists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Central Staffing Phase 2</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Runs January 2026 to March 2027. Hospital Fort Bend joined in February. The float pool has grown from 38 RN FTEs at Phase 1 go-live to 47 filled against a target of 52.</a:t>
            </a:r>
          </a:p>
          <a:p>
            <a:pPr>
              <a:spcAft>
                <a:spcPts val="1200"/>
              </a:spcAft>
              <a:defRPr sz="2100"/>
            </a:pPr>
            <a:r>
              <a:t> Self-scheduling configuration about six weeks behind plan; forecast September 25</a:t>
            </a:r>
          </a:p>
          <a:p>
            <a:pPr>
              <a:spcAft>
                <a:spcPts val="1200"/>
              </a:spcAft>
              <a:defRPr sz="2100"/>
            </a:pPr>
            <a:r>
              <a:t> Outpatient onboarding moved to October 5</a:t>
            </a:r>
          </a:p>
          <a:p>
            <a:pPr>
              <a:spcAft>
                <a:spcPts val="1200"/>
              </a:spcAft>
              <a:defRPr sz="2100"/>
            </a:pPr>
            <a:r>
              <a:t> Two-unit self-scheduling pilot at risk: forecast November 16 against October 1</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CMMS consolidation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Approved in June. Data cleanup runs July to October; legacy migration January to April 2027. The September 16 requirements review decided on one enterprise CMMS instance with separate clinical engineering work order types, and the enterprise asset tag format with legacy tags kept as an alternate identifier.</a:t>
            </a:r>
          </a:p>
          <a:p>
            <a:pPr>
              <a:spcAft>
                <a:spcPts val="1200"/>
              </a:spcAft>
              <a:defRPr sz="2100"/>
            </a:pPr>
            <a:r>
              <a:t> Open: replace AEM category defaults with device-level risk scores?</a:t>
            </a:r>
          </a:p>
          <a:p>
            <a:pPr>
              <a:spcAft>
                <a:spcPts val="1200"/>
              </a:spcAft>
              <a:defRPr sz="2100"/>
            </a:pPr>
            <a:r>
              <a:t> Open: how surgery center devices are handled under the services agreement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Fort Bend fourth floor</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options memo asks for $350,000 for schematic design of both build-out scopes, so estimates can be refined before the board decides in February 2027 as part of the FY2028 capital plan. Executive options review is scheduled for October 6.</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Closed: imaging scheduling</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Pavilion and Stafford imaging scheduling moved to central scheduling between October 2024 and March 2025, and the project closed in April 2025. Therapy scheduling followed in FY2026 as planned.</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Decisions for the executive team</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Flow pilot spread: October operating committee</a:t>
            </a:r>
          </a:p>
          <a:p>
            <a:pPr>
              <a:spcAft>
                <a:spcPts val="1200"/>
              </a:spcAft>
              <a:defRPr sz="2100"/>
            </a:pPr>
            <a:r>
              <a:t> Approve $350,000 for fourth-floor schematic design</a:t>
            </a:r>
          </a:p>
          <a:p>
            <a:pPr>
              <a:spcAft>
                <a:spcPts val="1200"/>
              </a:spcAft>
              <a:defRPr sz="2100"/>
            </a:pPr>
            <a:r>
              <a:t> Accept revised self-scheduling dates or add configuration support</a:t>
            </a:r>
          </a:p>
          <a:p>
            <a:pPr>
              <a:spcAft>
                <a:spcPts val="1200"/>
              </a:spcAft>
              <a:defRPr sz="2100"/>
            </a:pPr>
            <a:r>
              <a:t> Give direction on the two open CMMS questions before configuration starts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Tallowbrook Health | Performance Improvement Office | 2026-09-22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